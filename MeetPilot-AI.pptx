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27432" cy="137160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MeetPilot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Smarter. Prepare Better.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meeting preparation assistant — natural language scheduling,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drafting, and AI-generated agendas in one workflow.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Showcase  ·  CSE 4705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scheduling is still broken.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waste hours on coordination — and most meetings still start without proper preparation.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371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29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friction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time means multiple back-and-forth emails, often spanning days before anything is confirmed.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29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email drafting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900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invite is a handwritten email — repetitive, time-consuming work that adds up fast.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06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029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agenda, no prep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meetings begin without a clear agenda, leading to unfocused discussions and wasted 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MeetPilot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 language command handles the full meeting lifecycle — from scheduling to preparation.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749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Multiple emails to find a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Manual email drafting every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agenda generated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Zero preparation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599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High cognitive overhead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3749040" cy="1371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MeetPilot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natural language command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drafts emails automatically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 generated instantly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Meeting summary prepared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40599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Seamless, guided workflow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192024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fully automated — but always requires user confirmation before sending.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08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plain English 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3227832"/>
            <a:ext cx="11887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1874520"/>
            <a:ext cx="1508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67712" y="25328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67712" y="333756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extracts names, time, purpose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85032" y="3227832"/>
            <a:ext cx="11887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1874520"/>
            <a:ext cx="1508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95344" y="25328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95344" y="333756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 confirms free slots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12664" y="3227832"/>
            <a:ext cx="11887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1874520"/>
            <a:ext cx="1508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22976" y="25328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22976" y="333756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email, agenda, summary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0296" y="3227832"/>
            <a:ext cx="11887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9168" y="1874520"/>
            <a:ext cx="1508760" cy="2697480"/>
          </a:xfrm>
          <a:prstGeom prst="rect">
            <a:avLst/>
          </a:prstGeom>
          <a:solidFill>
            <a:srgbClr val="EEF9FC"/>
          </a:solidFill>
          <a:ln w="15240">
            <a:solidFill>
              <a:srgbClr val="0EA5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0608" y="25328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50608" y="333756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and approves before send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every email is confirmed before sending — no autonomous action.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it's built 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270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reasoning engine — natural language parsing, intent extraction, email drafting, agenda generation.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270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checking and confirmed event creation directly in the user's calendar.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614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Gmail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professionally drafted meeting emails to all participants after user confirmation.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5176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614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logic, API calls, and model interactions with clean, maintainable code.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959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contact store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local storage for contacts — no external database, no cloud dependency.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88620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959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 accepting natural language input with live AI output display.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human oversight.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assists and suggests — users retain full control over every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1371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84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acts autonomously. Every email is reviewed and approved by the user before sending.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84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storage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23500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are stored in a local file on your machine — no sensitive data leaves your environment.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outputs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agenda, email draft, and scheduling decision is visible to the user before any action is taken.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3291840"/>
            <a:ext cx="3931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actions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6320" y="3767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 and drafts — users approve. No background automation without explicit consent.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MeetPilot AI is an assistant, not an agent. Every output is a suggestion — every action requires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it's for — and where it's going.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group project meetings without email chains.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office hours and student meetings efficiently.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511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candidate interviews with automated prep materials.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261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small teams aligned with agenda-driven meetings.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0" cy="3566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Voice input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208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scheduling for hands-free, mobile-first use.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Platform integrations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25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Slack and Microsoft Teams integration.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Action 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630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summaries with tracked follow-up tasks.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—  Enterprise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434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calendar sync with role-based access controls.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27432" cy="146304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scheduling. Better meetings.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MeetPilot AI shows that generative AI can do more than answer questions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actively improve how people work, communicate, and prepare.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  ·   Gradio interface   ·   Human-in-the-loop   ·   Education &amp; business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MeetPilot AI</dc:title>
  <dc:subject>PptxGenJS Presentation</dc:subject>
  <dc:creator>PptxGenJS</dc:creator>
  <cp:lastModifiedBy>PptxGenJS</cp:lastModifiedBy>
  <cp:revision>1</cp:revision>
  <dcterms:created xsi:type="dcterms:W3CDTF">2026-04-23T04:53:20Z</dcterms:created>
  <dcterms:modified xsi:type="dcterms:W3CDTF">2026-04-23T04:53:20Z</dcterms:modified>
</cp:coreProperties>
</file>